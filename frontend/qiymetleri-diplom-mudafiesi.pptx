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217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qiymetleri.com: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Azərbaycanda elektronika məhsulları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üçün real-vaxt qiymət müqayisə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platforması</a:t>
            </a:r>
            <a:endParaRPr lang="en-US" sz="2800" dirty="0"/>
          </a:p>
        </p:txBody>
      </p:sp>
      <p:pic>
        <p:nvPicPr>
          <p:cNvPr id="3" name="Image 0" descr="/home/reavann/.gemini/antigravity-cli/brain/6f0afcba-4675-453c-be38-14050bb690bf/scratch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777240"/>
            <a:ext cx="1645920" cy="1645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971800"/>
            <a:ext cx="2286000" cy="36576"/>
          </a:xfrm>
          <a:prstGeom prst="rect">
            <a:avLst/>
          </a:prstGeom>
          <a:solidFill>
            <a:srgbClr val="E21D2A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31546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 işi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Hazırladılar: Rəvan Hacızadə  ·  Ruad Dünyamalıyev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IT Academy  · 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Azərbaycan istehlakçıları eyni məhsulun qiymətini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müqayisə üçün hər mağazanı ayrıca yoxlamalıdır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2344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Bazar vəziyyəti: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böyük elektronika mağazası fərqli qiymətlər təklif edir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Qiymət fərqi: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eyni məhsulun qiyməti mağazalar arasında 10–30% fərqlənə bilər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Şəffaflıq yoxdur: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qiymət tarixi mövcud deyil — endirimlərin reallığı yoxlanılmır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bariyeri: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mağazalar bir dildədir — AZ və RU istifadəçiləri nəzərə alınmır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Avtomatlaşdırılmış scraping və normallaşdırma ilə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real-vaxt qiymət müqayisəsi təmin etmək mümkündürmü?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280160"/>
            <a:ext cx="7680960" cy="1188720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3258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elektronika mağazasının məhsullarını avtomatik toplayıb,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modellər altında birləşdirən, qiymət tarixini izləyən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və AZ/RU dillərində təqdim edən tam-stack platformanın yaradılması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Əsas töhfə: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mobil və API — 3 platformada real-vaxt qiymət müqayisə ekosistemi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Texnologiya: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FastAPI + Scrapy + TimescaleDB + Expo (React Native)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Arxitektura 6 müstəqil xidmətdən ibarət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 yanaşmasını tətbiq edir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118872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Scrapy Spiders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Playwright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468880" y="118872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Normallaşdırma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Modulu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TimescaleDB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0" y="118872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116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062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74320" y="19659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Workers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Redis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68880" y="19659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6888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9659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Expo/RN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Tətbiq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0" y="19659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Nginx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33272" y="16459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16952" y="16459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İstehsal mühiti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Vercel  |  Backend: Render  |  DB: Supabase (TimescaleDB)  |  Cache: Upstash Redis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Texnoloji yığın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457200" y="35661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463040" y="356616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16, React 19, TypeScript, Tailwind CSS v4, next-intl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37673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463040" y="3767328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57, React Native, Expo Router, TanStack Query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39684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463040" y="3968496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SQLAlchemy 2.0, Pydantic v2, Alembic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416966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463040" y="4169664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Scrapy, Playwright, Celery, Redis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43708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463040" y="43708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TimescaleDB (vaxt-seriya hypertable)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Hər mağaza üçün Scrapy spider-ləri Playwright ilə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müdafiələrini keçərək dəqiq qiymət toplayır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Arxitekturası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spider: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Kontakt, Baku El., İrşad, iSpace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JS-rendering ilə dinamik məlumat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Kateqoriyalar: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smartfon, noutbuk, TV, qulaqlıq, saat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Nəzakətli crawling: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4s gecikmə, 1 eyni vaxtlı sorğu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Avtomatlaşdırma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490472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Workers: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 tapşırıq növbəsi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Beat: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cron/interval planlaşdırma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BrightData: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 proxy, anti-bot keçmə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run, status, xəta izləmə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Normallaşdırma modulu fərqli mağaza adlarını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eyni canonical model altında birləşdirir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nümunəsi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554480" y="1490472"/>
            <a:ext cx="5029200" cy="237744"/>
          </a:xfrm>
          <a:prstGeom prst="roundRect">
            <a:avLst>
              <a:gd name="adj" fmla="val 15385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14904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Galaxy S24 Ultra 256GB Titanium Boz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7647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İrşad: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54480" y="1764792"/>
            <a:ext cx="5029200" cy="237744"/>
          </a:xfrm>
          <a:prstGeom prst="roundRect">
            <a:avLst>
              <a:gd name="adj" fmla="val 15385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5920" y="17647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S24 ULTRA 256 GB Titanium Gray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0391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Baku El.: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554480" y="2039112"/>
            <a:ext cx="5029200" cy="237744"/>
          </a:xfrm>
          <a:prstGeom prst="roundRect">
            <a:avLst>
              <a:gd name="adj" fmla="val 15385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45920" y="20391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Smartfon Samsung Galaxy S24 Ultra 12/256GB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54480" y="2377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Normallaşdırma  ↓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554480" y="2697480"/>
            <a:ext cx="5029200" cy="27432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0" y="2697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canonical_id: samsung-galaxy-s24-ultra-256gb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Normalizer imkanları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brand, model_family, storage, RAM, rəng, SKU, çip çıxarılır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rəng adı — Azərbaycan, türk, ingilis və rus dillərində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prefiksləri silinir: "Smartfon", "Noutbuk", "Planşet"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TimescaleDB hypertable-ları qiymət tarixini yüksək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performansla saxlayır və sorğuları optimallaşdırır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Verilənlər modeli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base_url, is_active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UUID, canonical_id, brand, category, attributes (JSONB)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CurrentPrice: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 + store_id, price_azn, url, in_stock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PriceHistory: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hypertable: time + product_id + store_id, price_azn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Niyə TimescaleDB?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490472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Avtomatik partitioning: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vaxt-əsaslı chunk-lara bölmə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Sıxılma: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 disk sahəsi qənaəti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Sürətli sorğu: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exclusion ilə tarix sorğuları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uyğun: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standart SQL, Alembic miqrasiyaları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axtarış: PostgreSQL tsvector + trigram ilə dəqiq məhsul axtarışı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API-si asinxron sorğu işləmə və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keşləmə ilə yüksək performans təmin edir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Əsas API Endpoint-ləri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/products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axtarış, filtr, sort, pagination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/products/{id}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detallar + qiymətlər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/.../history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gün qiymət tarixi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/filters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kateqoriya, brend filterləri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API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 idarəetmə, anomaliya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Texniki qərarlar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490472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2.0: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DB əməliyyatları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request/response validasiya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keşləmə: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key, 5 dəq TTL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+ readiness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Təhlükəsizlik: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Auth, bound SQL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və Expo ilə web və mobil platformalarda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responsiv, iki dilli istifadəçi təcrübəsi təmin olunur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Tətbiqi (Next.js 16)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 rendering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next-intl: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AZ/RU lokalizasiya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 UI primitives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Colocation: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route-specific komponentlər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Səhifələr: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Ana, Kataloq, Detallar, Admin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Tətbiqi (Expo/RN)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490472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57 + React Native: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Router: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naviqasiya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fetching + keş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ilə paritet: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ana, kataloq, detallar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AZ/RU dil dəstəyi: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persistence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paneli scraper-ləri idarə edir, anomaliyaları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və məhsul uyğunlaşdırmasını nəzarətdə saxlayır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 İdarəetməsi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Hər spider-in statusu, planlaşdırma (interval/cron), manual trigger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Monitorinqi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scraped/saved/dropped, xətalar, müddət, kateqoriya detalları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Anomaliya Aşkarlama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Qeyri-adi qiymət dəyişiklikləri, mağazalar arası böyük fərqlər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Məhsul Match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Fərqli mağazaların canonical modellərə düzgün bağlanması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Mağaza İdarəetməsi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Aktivlik, base URL, scraper config idarəsi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pilot smartfon modeli üzrə spec tamamlanma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90–100% — sıfır conflict və reject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modellər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90.36%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5146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readiness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720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Maks. readiness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2940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294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/ Reject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detalları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200" y="2560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Brendlər: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Samsung, Apple, HONOR, Xiaomi, vivo, TECNO, Infinix, POCO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Mənbələr: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rəsmi istehsalçı səhifələri ilə verifikasiya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Testlər: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39/39, scraper 20/20, frontend ESLint + build keçib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57200" y="429768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E21D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297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50 model comparison-ready — bütün required specs tam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Docker və cloud xidmətləri ilə istehsal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mühitinə deploy olunub, bütün testlər keçib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Topologiyası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xidmət orkestrə edilir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frontend (edge CDN)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Celery worker/beat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TimescaleDB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Upstash: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(keş + broker)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və Keyfiyyət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490472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39/39 passed (pytest)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 passed (pytest)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Ruff, Black, ESLint keçib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Təhlükəsizlik: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 — 0 leaked secret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production build OK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deterministic seed data ilə tam offline müdafiə demo-su mövcuddur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real-vaxt müqayisəni uğurla həyata keçirir,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lakin genişləndirmə üçün məhdudiyyətlər qalır</a:t>
            </a:r>
            <a:endParaRPr lang="en-US" sz="22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Güclü tərəflər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hər komponent müstəqil inkişaf edir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Genişlənən: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mağaza = yeni spider, hamısı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Dəqiq: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rəng, çoxdilli normallaşdırma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 + API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Məhdudiyyətlər və gələcək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490472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Kateqoriya: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yalnız smartfon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Anti-bot: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müdafiə dəyişsə adapter lazım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Gələcək: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RTINGS tipli dərin müqayisə (planlı)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tətbiqi: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infrastrukturu hazırdır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Nəticələr</a:t>
            </a:r>
            <a:endParaRPr lang="en-US" sz="1800" dirty="0"/>
          </a:p>
        </p:txBody>
      </p:sp>
      <p:pic>
        <p:nvPicPr>
          <p:cNvPr id="3" name="Image 0" descr="/home/reavann/.gemini/antigravity-cli/brain/6f0afcba-4675-453c-be38-14050bb690bf/scratch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4592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548640"/>
            <a:ext cx="7589520" cy="27432"/>
          </a:xfrm>
          <a:prstGeom prst="rect">
            <a:avLst/>
          </a:prstGeom>
          <a:solidFill>
            <a:srgbClr val="E21D2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58368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Real-vaxt qiymət müqayisəsi uğurla tətbiq olunub: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mağazadan avtomatik toplama, normallaşdırma və iki dilli vizuallaşdırma işləyir.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Texnoloji seçimlər doğru olub: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TimescaleDB qiymət tarixi üçün optimal, FastAPI yüksək performans, Next.js SSR ilə SEO-friendly frontend.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Modular arxitektura genişlənməni asanlaşdırır: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mağaza, kateqoriya və ya platforma minimal müdaxilə ilə əlavə olunur.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Cross-platform hazırlıq tamamdır: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(Next.js), mobil (Expo/React Native) və API (FastAPI) — 3 platformada xidmət göstərilir.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Hazırladılar: Rəvan Hacızadə  ·  Ruad Dünyamalıyev  |  STEP IT Academy  |  qiymetleri.com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İstinadlar</a:t>
            </a:r>
            <a:endParaRPr lang="en-US" sz="2400" dirty="0"/>
          </a:p>
        </p:txBody>
      </p:sp>
      <p:pic>
        <p:nvPicPr>
          <p:cNvPr id="3" name="Image 0" descr="/home/reavann/.gemini/antigravity-cli/brain/6f0afcba-4675-453c-be38-14050bb690bf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32104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Next.js Documentation. (2026). Vercel Inc. https://nextjs.org/docs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FastAPI Documentation. (2026). Sebastián Ramírez. https://fastapi.tiangolo.com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Scrapy Documentation. (2026). Zyte. https://docs.scrapy.org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Playwright Documentation. (2026). Microsoft. https://playwright.dev/python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TimescaleDB Documentation. (2026). Timescale Inc. https://docs.timescale.com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SQLAlchemy 2.0 Documentation. (2026). Mike Bayer. https://docs.sqlalchemy.org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React 19 Documentation. (2026). Meta Inc. https://react.dev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Expo Documentation. (2026). Expo Inc. https://docs.expo.dev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Tailwind CSS v4 Documentation. (2026). Tailwind Labs. https://tailwindcss.com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Docker Documentation. (2026). Docker Inc. https://docs.docker.com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Celery Documentation. (2026). Celery Project. https://docs.celeryq.dev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Redis Documentation. (2026). Redis Ltd. https://redis.io/docs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PostgreSQL Documentation. (2026). PostgreSQL Global Dev Group. https://postgresql.org/docs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Pydantic v2 Documentation. (2026). Samuel Colvin. https://docs.pydantic.dev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qiymetleri.com — Diplom Müdafiəsi</dc:title>
  <dc:subject>PptxGenJS Presentation</dc:subject>
  <dc:creator>Rəvan Hacızadə &amp; Ruad Dünyamalıyev</dc:creator>
  <cp:lastModifiedBy>Rəvan Hacızadə &amp; Ruad Dünyamalıyev</cp:lastModifiedBy>
  <cp:revision>1</cp:revision>
  <dcterms:created xsi:type="dcterms:W3CDTF">2026-09-20T11:18:20Z</dcterms:created>
  <dcterms:modified xsi:type="dcterms:W3CDTF">2026-09-20T11:18:20Z</dcterms:modified>
</cp:coreProperties>
</file>